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II  ·  UEPB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Amostragem Estratificada Ótima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Alocação de Neyman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 com dados do Sistema de Informações sobre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(SIM) — óbitos registrados no Brasil em 1996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2011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292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Cavalcante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Estadual da Paraíba — Departamento de Estatística (CCT)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Suélio Alves de Moura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&amp; MOTIVAÇÃO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amostragem estratificada?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20824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9385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viabilidade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2585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censo completo é caro e demorado — a amostragem reduz custo, tempo e esforço de coleta mantendo a precisão.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2020824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385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Heterogeneidade da população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2585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existem grupos distintos (sexo, faixa etária, região), dividir em estratos garante que todos sejam representados.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3101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precisão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6301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Estratificar reduz a variabilidade das estimativas em relação a uma amostragem aleatória simples.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3392424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3101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consolidado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6301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amplamente empregada por institutos como o IBGE, em pesquisas oficiais e estudos científicos.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5955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 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os fundamentos da amostragem estratificada, com ênfase na alocação de Neyman, e demonstrar sua aplicação com dados reais de mortalidade (SIM, 1996).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formas de alocar a amostra entre estratos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Proporcional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29718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nₕ = n · (Nₕ / N)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a amostra respeitando o peso de cada estrato na população.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2240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Uniforme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99432" y="3108960"/>
            <a:ext cx="29718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nₕ = n / 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4251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 amostra igualmente entre os L estratos, ignorando tamanho e variabilidade.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99001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2240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de Neyman  (ótima)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75904" y="3108960"/>
            <a:ext cx="2971800" cy="914400"/>
          </a:xfrm>
          <a:prstGeom prst="rect">
            <a:avLst/>
          </a:prstGeom>
          <a:solidFill>
            <a:srgbClr val="6E000C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nₕ = n · (NₕSₕ) / Σ NₖSₖ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4251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simultaneamente o tamanho (Nₕ) e a variabilidade (Sₕ) de cada estrato — minimiza a variância do estimador.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Óbitos registrados no SIM — Brasil, 1996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CF6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848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óbitos analisados (SIM/DATASUS)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CF6F5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0848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originais no conjunto de dados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C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848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da Federação representadas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C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20848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usadas: sexo, UF e idade ao óbito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demográfico e variáveis de estratificação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976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  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58,3% masculino (17.494) · 41,4% feminino (12.433) · 0,2% ignorado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183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ao óbito   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54,8 anos (mediana 61; desvio-padrão 26,6 anos)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3892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por sexo   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morrem em média mais tarde (58,8 anos) que homens (51,9 anos)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63270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595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geográfica   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concentra 51,6% dos óbitos — SP, RJ e MG são as UFs com mais registros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DOS RESULTADOS DA APLICAÇÃO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de técnicas de amostragem via alocação proporcional, uniforme e de Neyman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5212080" cy="155448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ȳₕ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Masculino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Feminino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29.595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8076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das alocações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8076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18120" y="2706624"/>
            <a:ext cx="2280514" cy="256032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Shape 5"/>
          <p:cNvSpPr/>
          <p:nvPr/>
        </p:nvSpPr>
        <p:spPr>
          <a:xfrm>
            <a:off x="10098634" y="2706624"/>
            <a:ext cx="1651406" cy="25603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706624"/>
            <a:ext cx="2280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98634" y="2706624"/>
            <a:ext cx="16514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8076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Neyman (ótima)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3209544"/>
            <a:ext cx="2241194" cy="256032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59314" y="3209544"/>
            <a:ext cx="1690726" cy="25603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3209544"/>
            <a:ext cx="2241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59314" y="3209544"/>
            <a:ext cx="1690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8076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Masculino   </a:t>
            </a:r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Feminino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11064240" cy="214884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251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resultado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4590288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alocação de Neyman atribui, proporcionalmente, mais unidades ao estrato feminino (43 vs. 42) do que a alocação proporcional, refletindo sua maior variabilidade interna (S₂ = 27,30 &gt; S₁ = 25,71). Na alocação uniforme, ambos os estratos receberiam 50 unidades cada — ignorando tanto o tamanho quanto a variabilidade de cada grupo, o que a torna a opção menos eficiente das três.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COM DADOS REAIS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estratos: cruzamento de sexo × UF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29.595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670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válidas analisadas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057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670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estratos (sexo × unidade federativa)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57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54,8 anos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55080" y="2670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ao óbito (DP = 26,6)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2057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400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89720" y="2670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de amostra simulado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e menores estratos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Masculino-SP   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4.653 óbitos — maior estrato — recebeu 59 unidades na alocação de Neyman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Feminino-SP   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3.079 óbitos — 2º maior — recebeu 42 unidades na alocação de Neyman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3951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Feminino-RR / Feminino-AP   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 20 óbitos — alocação amostral próxima de zero, mesmo com desvio-padrão elevado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peso do tamanho populacional predominou sobre o da variabilidade nos estratos pequenos — por isso eles recebem pouca amostra mesmo sendo heterogêneos.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DOS RESULTADOS DA APLICAÇÃO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da população: sexo e faixa etária</a:t>
            </a:r>
            <a:endParaRPr lang="en-US" sz="3000" dirty="0"/>
          </a:p>
        </p:txBody>
      </p:sp>
      <p:pic>
        <p:nvPicPr>
          <p:cNvPr id="4" name="Image 0" descr="/home/claude/img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349240" cy="1627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393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 · Distribuição da população por sexo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39776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entre homens e mulheres, com leve predominância feminina — justifica sexo como critério de estratificação.</a:t>
            </a:r>
            <a:endParaRPr lang="en-US" sz="1150" dirty="0"/>
          </a:p>
        </p:txBody>
      </p:sp>
      <p:pic>
        <p:nvPicPr>
          <p:cNvPr id="7" name="Image 1" descr="/home/claude/imgs/img-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5349240" cy="16276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36393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 · Distribuição da população por faixa etária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63640" y="39776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não uniforme entre as idades — evidencia heterogeneidade e reforça a necessidade da estratificação.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DOS RESULTADOS DA APLICAÇÃO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Eficiência das alocações e qualidade da amostra</a:t>
            </a:r>
            <a:endParaRPr lang="en-US" sz="3000" dirty="0"/>
          </a:p>
        </p:txBody>
      </p:sp>
      <p:pic>
        <p:nvPicPr>
          <p:cNvPr id="4" name="Image 0" descr="/home/claude/imgs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349240" cy="1627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393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 · Variância estimada da média por método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39776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Neyman (1,70) e proporcional (1,72) têm variância muito próxima; a uniforme (5,51) é bem menos eficiente.</a:t>
            </a:r>
            <a:endParaRPr lang="en-US" sz="1150" dirty="0"/>
          </a:p>
        </p:txBody>
      </p:sp>
      <p:pic>
        <p:nvPicPr>
          <p:cNvPr id="7" name="Image 1" descr="/home/claude/imgs/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5349240" cy="16276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36393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 · Média real vs. média estimada pela amostra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63640" y="39776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estimada pela amostra estratificada praticamente coincide com a média real da população.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DOS RESULTADOS DA APLICAÇÃO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Concentração geográfica e comparação entre métodos</a:t>
            </a:r>
            <a:endParaRPr lang="en-US" sz="3000" dirty="0"/>
          </a:p>
        </p:txBody>
      </p:sp>
      <p:pic>
        <p:nvPicPr>
          <p:cNvPr id="4" name="Image 0" descr="/home/claude/imgs/img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349240" cy="1627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393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 · Número de óbitos por UF e sexo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39776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concentração em SP, RJ e MG; estados como RR e AP têm poucos óbitos registrados.</a:t>
            </a:r>
            <a:endParaRPr lang="en-US" sz="1150" dirty="0"/>
          </a:p>
        </p:txBody>
      </p:sp>
      <p:pic>
        <p:nvPicPr>
          <p:cNvPr id="7" name="Image 1" descr="/home/claude/imgs/img-0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5349240" cy="16276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36393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 · Alocação de Neyman vs. Uniforme vs. Proporcional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63640" y="39776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10 maiores estratos, Neyman e proporcional seguem próximos; a uniforme distorce a proporção real.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DOS RESULTADOS DA APLICAÇÃO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Neyman fica tão perto da proporcional?</a:t>
            </a:r>
            <a:endParaRPr lang="en-US" sz="3000" dirty="0"/>
          </a:p>
        </p:txBody>
      </p:sp>
      <p:pic>
        <p:nvPicPr>
          <p:cNvPr id="4" name="Image 0" descr="/home/claude/imgs/img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583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416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7 · Desvio padrão da idade ao óbito por estrato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52360" y="196596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CF6F5"/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214884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desvios-padrão da idade ao óbito são relativamente próximos entre os estratos (entre ~20 e 24 anos nos dez maiores). Como o peso da variabilidade pesa pouco quando os Sₕ são parecidos, o tamanho populacional (Nₕ) acaba dominando a fórmula de Neyman — por isso ela se aproxima da alocação proporcional.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GERAL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6E000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 vs 1,72 vs 5,51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estimada da média: Neyman &lt; Proporcional &lt;&lt; Uniforme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21031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6E000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2860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9260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eficiência da alocação de Neyman em relação à uniforme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6E000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062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 concentra os maiores estratos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Masculino-SP e Feminino-SP recebem as maiores alocações amostrais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6E00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2062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58,8 vs 51,9 anos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48463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morrem em média mais tarde que homens — reforça sexo como estrato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Neyman é o método ótimo — mas o ganho depende da heterogeneidade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alocação de Neyman considera simultaneamente tamanho (Nₕ) e variabilidade (Sₕ) dos estratos, superando as alocações uniforme e proporcional em eficiência estatística.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99232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aplicação real, produziu a menor variância estimada, com ganho expressivo (~69%) sobre a alocação uniforme.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822192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490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vantagem sobre a proporcional foi discreta neste estudo — porque os desvios-padrão entre estratos eram relativamente parecidos.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645152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720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a heterogeneidade entre estratos, maior o benefício da alocação ótima de Neyman.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Aplicabilidade 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oficiais, institutos de estatística e estudos epidemiológicos envolvendo populações heterogêneas.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 Ótima e Alocação de Neyman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2026-07-24T00:57:19Z</dcterms:created>
  <dcterms:modified xsi:type="dcterms:W3CDTF">2026-07-24T00:57:19Z</dcterms:modified>
</cp:coreProperties>
</file>